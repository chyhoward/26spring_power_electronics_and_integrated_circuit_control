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3" r:id="rId6"/>
    <p:sldId id="264" r:id="rId7"/>
    <p:sldId id="265" r:id="rId8"/>
    <p:sldId id="262" r:id="rId9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01E3"/>
    <a:srgbClr val="6600FF"/>
    <a:srgbClr val="2ACA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56" autoAdjust="0"/>
    <p:restoredTop sz="92406" autoAdjust="0"/>
  </p:normalViewPr>
  <p:slideViewPr>
    <p:cSldViewPr snapToGrid="0">
      <p:cViewPr varScale="1">
        <p:scale>
          <a:sx n="102" d="100"/>
          <a:sy n="102" d="100"/>
        </p:scale>
        <p:origin x="712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35779F-1EFE-4485-A906-EA001590265A}" type="datetimeFigureOut">
              <a:rPr lang="zh-TW" altLang="en-US" smtClean="0"/>
              <a:t>2026/6/6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02100C-E61B-46DE-8874-8E13D526CE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9619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122363"/>
            <a:ext cx="103632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按一下以編輯母片副標題樣式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163E31C6-1C2A-4845-89E3-6FEE68952421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6/6/2026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圖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537243" y="6128125"/>
            <a:ext cx="3129441" cy="60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86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83B36FF9-F2FD-472F-9F28-9BAB14879814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6/6/2026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cxnSp>
        <p:nvCxnSpPr>
          <p:cNvPr id="7" name="直線接點 6"/>
          <p:cNvCxnSpPr/>
          <p:nvPr userDrawn="1"/>
        </p:nvCxnSpPr>
        <p:spPr>
          <a:xfrm>
            <a:off x="65908" y="766119"/>
            <a:ext cx="12012825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圖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5905" y="6514646"/>
            <a:ext cx="1449859" cy="280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6413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F11803AF-592B-4257-A081-034C072C49E3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0033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0A936868-B880-4C54-94E9-9D2CBD5F131E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3777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55162B58-7F80-4C12-8718-64E81B38B08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4170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B2D2E963-980B-4545-9A70-B0AC38981181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9496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2933A61A-76B4-4091-9561-163C5F11ED0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3975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37833D00-0694-467E-A8FA-EE9D39B3C9AD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646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85704E46-176E-4573-986F-A1A769C0F91E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04383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D4184016-4B19-4BEE-AB13-6E8811836C88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790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514350">
              <a:defRPr/>
            </a:pPr>
            <a:fld id="{25B09A94-DFE2-43CA-ABD2-1489230DBAE2}" type="datetime1">
              <a:rPr lang="en-US" altLang="zh-TW" smtClean="0">
                <a:solidFill>
                  <a:prstClr val="black">
                    <a:tint val="75000"/>
                  </a:prstClr>
                </a:solidFill>
              </a:rPr>
              <a:t>6/6/2026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514350"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89109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3FE331E-C5A7-4440-8D60-35C922ABA37D}" type="datetime1">
              <a:rPr lang="en-US" altLang="zh-TW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t>6/6/2026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endParaRPr lang="de-DE" altLang="zh-TW" sz="1050" b="1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685800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48F63A3B-78C7-47BE-AE5E-E10140E04643}" type="slidenum">
              <a:rPr lang="en-US" smtClean="0">
                <a:solidFill>
                  <a:prstClr val="black">
                    <a:tint val="75000"/>
                  </a:prstClr>
                </a:solidFill>
                <a:latin typeface="Arial" charset="0"/>
              </a:rPr>
              <a:pPr defTabSz="685800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184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329156-FD61-E59B-DE1B-F3A12526B3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PEIC Final Project </a:t>
            </a:r>
            <a:b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altLang="zh-TW" sz="4000" b="1" dirty="0">
                <a:latin typeface="Arial" panose="020B0604020202020204" pitchFamily="34" charset="0"/>
                <a:cs typeface="Arial" panose="020B0604020202020204" pitchFamily="34" charset="0"/>
              </a:rPr>
              <a:t>Final </a:t>
            </a:r>
            <a:r>
              <a:rPr lang="en-US" altLang="zh-TW" sz="4000" b="1" dirty="0" err="1">
                <a:latin typeface="Arial" panose="020B0604020202020204" pitchFamily="34" charset="0"/>
                <a:cs typeface="Arial" panose="020B0604020202020204" pitchFamily="34" charset="0"/>
              </a:rPr>
              <a:t>Presenstation</a:t>
            </a: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53E221-1CAD-4186-EF0F-6C668CE9E5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18498"/>
            <a:ext cx="9144000" cy="1655762"/>
          </a:xfrm>
        </p:spPr>
        <p:txBody>
          <a:bodyPr anchor="b">
            <a:normAutofit/>
          </a:bodyPr>
          <a:lstStyle/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Group1: 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邱于瑄、林均翰、劉展佑、張顥譽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Presenter:</a:t>
            </a:r>
            <a:r>
              <a:rPr lang="zh-TW" alt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張</a:t>
            </a:r>
            <a:r>
              <a:rPr lang="zh-TW" altLang="en-US" sz="2000" b="1">
                <a:latin typeface="Arial" panose="020B0604020202020204" pitchFamily="34" charset="0"/>
                <a:cs typeface="Arial" panose="020B0604020202020204" pitchFamily="34" charset="0"/>
              </a:rPr>
              <a:t>顥譽</a:t>
            </a:r>
            <a:endParaRPr lang="en-US" altLang="zh-TW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Date:2026.05.07</a:t>
            </a:r>
            <a:endParaRPr lang="zh-TW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1395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037238-2FE0-57F4-D1F3-1FF9401C0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659133-D6AA-0540-919D-6D2C6F0A5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Topic</a:t>
            </a: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Design Spec.</a:t>
            </a:r>
          </a:p>
          <a:p>
            <a:r>
              <a:rPr lang="en-US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Behavior analysis and simulation</a:t>
            </a:r>
            <a:endParaRPr lang="zh-TW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07AD0A6-C11F-10D3-9524-383322A8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2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545288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8CFFC-ABFA-EEB3-7876-08CC44F9C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55BD1A-229F-0D04-2FFA-38C1F6DCB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Project plan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5113569-E4DE-DF51-0379-1C4EA5B33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V</a:t>
            </a:r>
            <a:r>
              <a:rPr lang="en-US" altLang="zh-TW" b="1" baseline="30000" dirty="0">
                <a:latin typeface="Arial" panose="020B0604020202020204" pitchFamily="34" charset="0"/>
                <a:cs typeface="Arial" panose="020B0604020202020204" pitchFamily="34" charset="0"/>
              </a:rPr>
              <a:t>2 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Constant ON-Time </a:t>
            </a:r>
            <a:r>
              <a:rPr lang="en-US" altLang="zh-TW" sz="2400" b="1" dirty="0">
                <a:latin typeface="Arial" panose="020B0604020202020204" pitchFamily="34" charset="0"/>
                <a:cs typeface="Arial" panose="020B0604020202020204" pitchFamily="34" charset="0"/>
              </a:rPr>
              <a:t>control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 for point of load (POL)</a:t>
            </a:r>
            <a:r>
              <a:rPr lang="zh-TW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buck</a:t>
            </a:r>
          </a:p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Ultrafast Transient Response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Simple Implementation (no current sensing resistor)</a:t>
            </a:r>
          </a:p>
          <a:p>
            <a: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Spec &amp; Application:</a:t>
            </a: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Vin = 12V, Vo = 1.2V</a:t>
            </a:r>
            <a:r>
              <a:rPr lang="zh-TW" alt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Io = 0.5A to 10A</a:t>
            </a:r>
            <a:endParaRPr lang="en" altLang="zh-TW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" altLang="zh-TW" dirty="0">
                <a:latin typeface="Arial" panose="020B0604020202020204" pitchFamily="34" charset="0"/>
                <a:cs typeface="Arial" panose="020B0604020202020204" pitchFamily="34" charset="0"/>
              </a:rPr>
              <a:t>CPU or GPU in mobile device</a:t>
            </a:r>
            <a:b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E64B115-BD69-F02F-36E8-436CF7692F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3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AA500E2-CD92-1832-E009-2CDB2BEF9F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6108" y="3643114"/>
            <a:ext cx="5002170" cy="2533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5773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EAAB9A-F748-F58A-216E-A70DCE8335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3F42066-ED48-748E-63FC-95134114D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 fontScale="90000"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 - comparison among three control modes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2A700FA-F528-BDAE-9F87-4817C88CC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Load transient:</a:t>
            </a:r>
          </a:p>
          <a:p>
            <a:pPr lvl="1"/>
            <a:r>
              <a:rPr lang="en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Voltage mode with input voltage feedforward(VM):</a:t>
            </a:r>
          </a:p>
          <a:p>
            <a:pPr lvl="2"/>
            <a:r>
              <a:rPr lang="en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No VIN difference, no ringing.</a:t>
            </a:r>
          </a:p>
          <a:p>
            <a:pPr lvl="2"/>
            <a:r>
              <a:rPr lang="en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Recovery time ~ 15us</a:t>
            </a:r>
          </a:p>
          <a:p>
            <a:pPr lvl="1"/>
            <a:r>
              <a:rPr lang="en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Peak Current mode (CM)</a:t>
            </a:r>
          </a:p>
          <a:p>
            <a:pPr lvl="2"/>
            <a:r>
              <a:rPr lang="en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Inner current-loop ringing before VOUT recovery.</a:t>
            </a:r>
          </a:p>
          <a:p>
            <a:pPr lvl="2"/>
            <a:r>
              <a:rPr lang="en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Recovery time ~ 15us</a:t>
            </a:r>
          </a:p>
          <a:p>
            <a:pPr lvl="1"/>
            <a:r>
              <a:rPr lang="en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Hysteretic mode (ripple-based COT, HM)</a:t>
            </a:r>
          </a:p>
          <a:p>
            <a:pPr lvl="2"/>
            <a:r>
              <a:rPr lang="en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Ringing and bigger undershoot (less COUT)</a:t>
            </a:r>
          </a:p>
          <a:p>
            <a:pPr lvl="2"/>
            <a:r>
              <a:rPr lang="en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Recovery time ~ 5us-10us</a:t>
            </a:r>
            <a:br>
              <a:rPr lang="en" altLang="zh-TW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23D05F6-0091-E436-88DA-9B0B86D60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4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A758C70-38B6-47BA-4100-36B1B29907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2557" y="2041127"/>
            <a:ext cx="5579443" cy="3959089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D8C0EC8B-5297-4DBD-91DD-AB0A7C00F2FC}"/>
              </a:ext>
            </a:extLst>
          </p:cNvPr>
          <p:cNvSpPr txBox="1"/>
          <p:nvPr/>
        </p:nvSpPr>
        <p:spPr>
          <a:xfrm>
            <a:off x="1849120" y="6538914"/>
            <a:ext cx="10728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000" dirty="0"/>
              <a:t>https://</a:t>
            </a:r>
            <a:r>
              <a:rPr kumimoji="1" lang="en" altLang="zh-TW" sz="1000" dirty="0" err="1"/>
              <a:t>www.ti.com</a:t>
            </a:r>
            <a:r>
              <a:rPr kumimoji="1" lang="en" altLang="zh-TW" sz="1000" dirty="0"/>
              <a:t>/content/dam/videos/external-videos/</a:t>
            </a:r>
            <a:r>
              <a:rPr kumimoji="1" lang="en" altLang="zh-TW" sz="1000" dirty="0" err="1"/>
              <a:t>en</a:t>
            </a:r>
            <a:r>
              <a:rPr kumimoji="1" lang="en" altLang="zh-TW" sz="1000" dirty="0"/>
              <a:t>-us/1/3816841626001/5348922826001.mp4/</a:t>
            </a:r>
            <a:r>
              <a:rPr kumimoji="1" lang="en" altLang="zh-TW" sz="1000" dirty="0" err="1"/>
              <a:t>subassets</a:t>
            </a:r>
            <a:r>
              <a:rPr kumimoji="1" lang="en" altLang="zh-TW" sz="1000" dirty="0"/>
              <a:t>/Compare-and-Contrast-Fixed-Frequency-vs-Constant-On-Time-Converters.pdf</a:t>
            </a:r>
            <a:endParaRPr kumimoji="1"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0860328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A576D-4EAE-A1B0-144C-1D8AE45F2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7FE836-4066-5F87-C7F4-1B684B842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 fontScale="90000"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 - comparison among three control modes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FE8573C-4888-FE43-B092-C46446A880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Line transient:</a:t>
            </a:r>
          </a:p>
          <a:p>
            <a:pPr lvl="1"/>
            <a:r>
              <a:rPr lang="en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Voltage mode with input voltage feedforward(VM):</a:t>
            </a:r>
          </a:p>
          <a:p>
            <a:pPr lvl="2"/>
            <a:r>
              <a:rPr lang="en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Smooth waveforms</a:t>
            </a:r>
          </a:p>
          <a:p>
            <a:pPr lvl="2"/>
            <a:r>
              <a:rPr lang="en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Recovery time ~ 40us</a:t>
            </a:r>
          </a:p>
          <a:p>
            <a:pPr lvl="1"/>
            <a:r>
              <a:rPr lang="en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Peak Current mode (CM)</a:t>
            </a:r>
          </a:p>
          <a:p>
            <a:pPr lvl="2"/>
            <a:r>
              <a:rPr lang="en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Edge of stability (0.1uF input cap)</a:t>
            </a:r>
          </a:p>
          <a:p>
            <a:pPr lvl="2"/>
            <a:r>
              <a:rPr lang="en" altLang="zh-TW" sz="1800" dirty="0">
                <a:latin typeface="Arial" panose="020B0604020202020204" pitchFamily="34" charset="0"/>
                <a:cs typeface="Arial" panose="020B0604020202020204" pitchFamily="34" charset="0"/>
              </a:rPr>
              <a:t>Recovery time ~ 80us</a:t>
            </a:r>
          </a:p>
          <a:p>
            <a:pPr lvl="1"/>
            <a:r>
              <a:rPr lang="en" altLang="zh-TW" sz="2000" b="1" dirty="0">
                <a:latin typeface="Arial" panose="020B0604020202020204" pitchFamily="34" charset="0"/>
                <a:cs typeface="Arial" panose="020B0604020202020204" pitchFamily="34" charset="0"/>
              </a:rPr>
              <a:t>Hysteretic mode (ripple-based COT, HM)</a:t>
            </a:r>
          </a:p>
          <a:p>
            <a:pPr lvl="2"/>
            <a:r>
              <a:rPr lang="en" altLang="zh-TW" dirty="0"/>
              <a:t>Perfect response</a:t>
            </a:r>
          </a:p>
          <a:p>
            <a:pPr lvl="2"/>
            <a:r>
              <a:rPr lang="en" altLang="zh-TW" dirty="0"/>
              <a:t>Recovery time (can’t observe glitches)</a:t>
            </a:r>
          </a:p>
          <a:p>
            <a:pPr marL="914400" lvl="2" indent="0">
              <a:buNone/>
            </a:pPr>
            <a:br>
              <a:rPr lang="en" altLang="zh-TW" sz="1600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4B76FF-C777-F8E4-A995-1DCB1F51A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5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9FBCE577-87BF-5C6A-4D1A-CF37286548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5979" y="2223435"/>
            <a:ext cx="4879188" cy="3737401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325144BE-E831-985D-AE17-0871BD4F32F4}"/>
              </a:ext>
            </a:extLst>
          </p:cNvPr>
          <p:cNvSpPr txBox="1"/>
          <p:nvPr/>
        </p:nvSpPr>
        <p:spPr>
          <a:xfrm>
            <a:off x="1849120" y="6538914"/>
            <a:ext cx="10728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" altLang="zh-TW" sz="1000" dirty="0"/>
              <a:t>https://</a:t>
            </a:r>
            <a:r>
              <a:rPr kumimoji="1" lang="en" altLang="zh-TW" sz="1000" dirty="0" err="1"/>
              <a:t>www.ti.com</a:t>
            </a:r>
            <a:r>
              <a:rPr kumimoji="1" lang="en" altLang="zh-TW" sz="1000" dirty="0"/>
              <a:t>/content/dam/videos/external-videos/</a:t>
            </a:r>
            <a:r>
              <a:rPr kumimoji="1" lang="en" altLang="zh-TW" sz="1000" dirty="0" err="1"/>
              <a:t>en</a:t>
            </a:r>
            <a:r>
              <a:rPr kumimoji="1" lang="en" altLang="zh-TW" sz="1000" dirty="0"/>
              <a:t>-us/1/3816841626001/5348922826001.mp4/</a:t>
            </a:r>
            <a:r>
              <a:rPr kumimoji="1" lang="en" altLang="zh-TW" sz="1000" dirty="0" err="1"/>
              <a:t>subassets</a:t>
            </a:r>
            <a:r>
              <a:rPr kumimoji="1" lang="en" altLang="zh-TW" sz="1000" dirty="0"/>
              <a:t>/Compare-and-Contrast-Fixed-Frequency-vs-Constant-On-Time-Converters.pdf</a:t>
            </a:r>
            <a:endParaRPr kumimoji="1"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201241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6BB0C-6AEC-AF0D-8EFB-6F158C08C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A688C9-C916-0CA5-A6B5-172D61E60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 – Problem of COT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C24699E-C540-D43B-141E-510ED7413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6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0A7F1DA1-26D6-3ECE-DC55-F7FEFFAA1A3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11" t="2964" r="13599" b="1719"/>
          <a:stretch>
            <a:fillRect/>
          </a:stretch>
        </p:blipFill>
        <p:spPr>
          <a:xfrm>
            <a:off x="8162139" y="2858702"/>
            <a:ext cx="3672649" cy="3792355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A496BD2C-4F9F-7B43-8D93-BAA5E24766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4374" y="769546"/>
            <a:ext cx="2076037" cy="2018736"/>
          </a:xfrm>
          <a:prstGeom prst="rect">
            <a:avLst/>
          </a:prstGeom>
        </p:spPr>
      </p:pic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E45E532E-9BBB-55BE-5B81-D379A522A36D}"/>
              </a:ext>
            </a:extLst>
          </p:cNvPr>
          <p:cNvSpPr txBox="1">
            <a:spLocks/>
          </p:cNvSpPr>
          <p:nvPr/>
        </p:nvSpPr>
        <p:spPr>
          <a:xfrm>
            <a:off x="356103" y="977774"/>
            <a:ext cx="7642491" cy="51991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" altLang="zh-TW" sz="2400" b="1" dirty="0">
                <a:latin typeface="Arial" panose="020B0604020202020204" pitchFamily="34" charset="0"/>
                <a:cs typeface="Arial" panose="020B0604020202020204" pitchFamily="34" charset="0"/>
              </a:rPr>
              <a:t>Subharmonic Oscillation:</a:t>
            </a:r>
          </a:p>
          <a:p>
            <a:pPr lvl="1"/>
            <a:r>
              <a:rPr lang="en" altLang="zh-TW" sz="2000" dirty="0"/>
              <a:t>Both the </a:t>
            </a:r>
            <a:r>
              <a:rPr lang="en" altLang="zh-TW" sz="2000" b="1" dirty="0"/>
              <a:t>inductor current </a:t>
            </a:r>
            <a:r>
              <a:rPr lang="en" altLang="zh-TW" sz="2000" dirty="0"/>
              <a:t>and </a:t>
            </a:r>
            <a:r>
              <a:rPr lang="en" altLang="zh-TW" sz="2000" b="1" dirty="0"/>
              <a:t>the capacitor voltage ripple</a:t>
            </a:r>
            <a:r>
              <a:rPr lang="en" altLang="zh-TW" sz="2000" dirty="0"/>
              <a:t> information is fed back to the modulator</a:t>
            </a:r>
          </a:p>
          <a:p>
            <a:pPr lvl="1"/>
            <a:r>
              <a:rPr lang="en" altLang="zh-TW" sz="2000" dirty="0"/>
              <a:t>No subharmonic oscillation in the constant on-time control</a:t>
            </a:r>
          </a:p>
          <a:p>
            <a:pPr lvl="1"/>
            <a:r>
              <a:rPr lang="en" altLang="zh-TW" sz="2000" b="1" dirty="0"/>
              <a:t>Delay due to the capacitor ripple </a:t>
            </a:r>
            <a:r>
              <a:rPr lang="en" altLang="zh-TW" sz="2000" dirty="0"/>
              <a:t>results in sub-harmonic oscillation</a:t>
            </a:r>
          </a:p>
          <a:p>
            <a:r>
              <a:rPr lang="en" altLang="zh-TW" sz="2400" dirty="0"/>
              <a:t>System is stable when used with the OSCON capacitor, because the inductor current information dominates the total output voltage ripple</a:t>
            </a:r>
          </a:p>
          <a:p>
            <a:r>
              <a:rPr lang="en" altLang="zh-TW" sz="2400" dirty="0"/>
              <a:t>Subharmonic oscillation occurs when the ceramic capacitor is used with the constant on-time control, since the capacitor voltage ripple is relatively too large</a:t>
            </a:r>
            <a:endParaRPr lang="en" altLang="zh-TW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62331E4C-0AD5-760E-9582-9D0883BF10FB}"/>
              </a:ext>
            </a:extLst>
          </p:cNvPr>
          <p:cNvSpPr txBox="1"/>
          <p:nvPr/>
        </p:nvSpPr>
        <p:spPr>
          <a:xfrm>
            <a:off x="1849120" y="6538914"/>
            <a:ext cx="1072896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1000" dirty="0"/>
              <a:t>Li, Jian, and Fred C. Lee. "Modeling of ${\rm V}^{2} $ Current-Mode Control." </a:t>
            </a:r>
            <a:r>
              <a:rPr lang="en" altLang="zh-TW" sz="1000" i="1" dirty="0"/>
              <a:t>IEEE Transactions on Circuits and Systems I: Regular Papers</a:t>
            </a:r>
            <a:r>
              <a:rPr lang="en" altLang="zh-TW" sz="1000" dirty="0"/>
              <a:t> 57.9 (2010): 2552-2563.</a:t>
            </a:r>
            <a:endParaRPr kumimoji="1" lang="zh-TW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1510074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F316B-882E-2F2E-5D6D-1A41608DC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65C042-B410-B91A-6040-E94DB2B6CB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Literature review – Solution to Subharmonic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1913CE9-798C-BFAF-4FAF-1ED345FB9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7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058DA7F8-FD74-F26E-B0C3-DF2701AFC5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199" y="912229"/>
            <a:ext cx="10273601" cy="5626685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4A66F48-8CB6-EFDC-54A5-8308A9498D0F}"/>
              </a:ext>
            </a:extLst>
          </p:cNvPr>
          <p:cNvSpPr txBox="1"/>
          <p:nvPr/>
        </p:nvSpPr>
        <p:spPr>
          <a:xfrm>
            <a:off x="1402080" y="6504862"/>
            <a:ext cx="106883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altLang="zh-TW" sz="800" dirty="0"/>
              <a:t>Hu, Kai-Yu, Chien-Hung Tsai, and Chien-Wu Tsai. "Digital V 2 constant on-time control buck converter with adaptive voltage positioning and automatic calibration mechanism." </a:t>
            </a:r>
            <a:r>
              <a:rPr lang="en" altLang="zh-TW" sz="800" i="1" dirty="0"/>
              <a:t>IEEE Transactions on Power Electronics</a:t>
            </a:r>
            <a:r>
              <a:rPr lang="en" altLang="zh-TW" sz="800" dirty="0"/>
              <a:t> 36.6 (2020): 7178-7188.</a:t>
            </a:r>
          </a:p>
          <a:p>
            <a:r>
              <a:rPr lang="en" altLang="zh-TW" sz="800" dirty="0"/>
              <a:t>Li, Jian, and Fred C. Lee. "Modeling of ${\rm V}^{2} $ Current-Mode Control." </a:t>
            </a:r>
            <a:r>
              <a:rPr lang="en" altLang="zh-TW" sz="800" i="1" dirty="0"/>
              <a:t>IEEE Transactions on Circuits and Systems I: Regular Papers</a:t>
            </a:r>
            <a:r>
              <a:rPr lang="en" altLang="zh-TW" sz="800" dirty="0"/>
              <a:t> 57.9 (2010): 2552-2563.</a:t>
            </a:r>
            <a:endParaRPr kumimoji="1" lang="zh-TW" altLang="en-US" sz="800" dirty="0"/>
          </a:p>
        </p:txBody>
      </p:sp>
    </p:spTree>
    <p:extLst>
      <p:ext uri="{BB962C8B-B14F-4D97-AF65-F5344CB8AC3E}">
        <p14:creationId xmlns:p14="http://schemas.microsoft.com/office/powerpoint/2010/main" val="1301042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5EFED1-09D5-8F93-EC70-B5CD9DF64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186942-754F-B21A-A3FF-E4C087C41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6103" y="0"/>
            <a:ext cx="11479794" cy="769546"/>
          </a:xfrm>
        </p:spPr>
        <p:txBody>
          <a:bodyPr>
            <a:normAutofit/>
          </a:bodyPr>
          <a:lstStyle/>
          <a:p>
            <a:r>
              <a:rPr lang="en-US" altLang="zh-TW" sz="3200" b="1" dirty="0">
                <a:latin typeface="Arial" panose="020B0604020202020204" pitchFamily="34" charset="0"/>
                <a:cs typeface="Arial" panose="020B0604020202020204" pitchFamily="34" charset="0"/>
              </a:rPr>
              <a:t>To-do item</a:t>
            </a:r>
            <a:endParaRPr lang="zh-TW" altLang="en-US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9CA1F1A-4EF1-F235-06CC-A87D2FEACC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6103" y="977774"/>
            <a:ext cx="11479794" cy="5199189"/>
          </a:xfrm>
        </p:spPr>
        <p:txBody>
          <a:bodyPr>
            <a:normAutofit/>
          </a:bodyPr>
          <a:lstStyle/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Behavior model simulation (SIMPLIS)</a:t>
            </a:r>
          </a:p>
          <a:p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Confirm final spec of the power stage</a:t>
            </a:r>
            <a:br>
              <a:rPr lang="en" altLang="zh-TW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zh-TW" alt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7400548-1A26-647A-62B4-2ED1E85C08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356352"/>
            <a:ext cx="3225297" cy="365125"/>
          </a:xfrm>
        </p:spPr>
        <p:txBody>
          <a:bodyPr/>
          <a:lstStyle/>
          <a:p>
            <a:pPr defTabSz="514350">
              <a:defRPr/>
            </a:pPr>
            <a:fld id="{D30FE819-23A9-48CD-95DE-880FC020A39B}" type="slidenum">
              <a:rPr lang="zh-TW" altLang="en-US" smtClean="0">
                <a:solidFill>
                  <a:prstClr val="black">
                    <a:tint val="75000"/>
                  </a:prstClr>
                </a:solidFill>
              </a:rPr>
              <a:pPr defTabSz="514350">
                <a:defRPr/>
              </a:pPr>
              <a:t>8</a:t>
            </a:fld>
            <a:endParaRPr lang="zh-TW" alt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950882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72754</TotalTime>
  <Words>510</Words>
  <Application>Microsoft Office PowerPoint</Application>
  <PresentationFormat>寬螢幕</PresentationFormat>
  <Paragraphs>63</Paragraphs>
  <Slides>8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1_Office 佈景主題</vt:lpstr>
      <vt:lpstr>PEIC Final Project  Final Presenstation</vt:lpstr>
      <vt:lpstr>Outline</vt:lpstr>
      <vt:lpstr>Project plan</vt:lpstr>
      <vt:lpstr>Literature review - comparison among three control modes</vt:lpstr>
      <vt:lpstr>Literature review - comparison among three control modes</vt:lpstr>
      <vt:lpstr>Literature review – Problem of COT</vt:lpstr>
      <vt:lpstr>Literature review – Solution to Subharmonic</vt:lpstr>
      <vt:lpstr>To-do item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張育誠</dc:creator>
  <cp:lastModifiedBy>howard chang</cp:lastModifiedBy>
  <cp:revision>625</cp:revision>
  <dcterms:created xsi:type="dcterms:W3CDTF">2020-07-04T17:19:57Z</dcterms:created>
  <dcterms:modified xsi:type="dcterms:W3CDTF">2026-06-06T12:54:35Z</dcterms:modified>
</cp:coreProperties>
</file>